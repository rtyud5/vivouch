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6c8ddf29fe4c36" /><Relationship Type="http://schemas.openxmlformats.org/officeDocument/2006/relationships/extended-properties" Target="/docProps/app.xml" Id="R9ac6a09e1dc94c49" /><Relationship Type="http://schemas.openxmlformats.org/officeDocument/2006/relationships/officeDocument" Target="/ppt/presentation.xml" Id="R5eb807aeea1c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9873f651440e1"/>
  </p:sldMasterIdLst>
  <p:notesMasterIdLst>
    <p:notesMasterId xmlns:r="http://schemas.openxmlformats.org/officeDocument/2006/relationships" r:id="R6ebdd5a2dc224fce"/>
  </p:notesMasterIdLst>
  <p:sldIdLst>
    <p:sldId xmlns:r="http://schemas.openxmlformats.org/officeDocument/2006/relationships" id="256" r:id="R144d8394f7044703"/>
    <p:sldId xmlns:r="http://schemas.openxmlformats.org/officeDocument/2006/relationships" id="257" r:id="Rbf7108182392494e"/>
    <p:sldId xmlns:r="http://schemas.openxmlformats.org/officeDocument/2006/relationships" id="258" r:id="Rb9ce89dc6d8d4d2a"/>
    <p:sldId xmlns:r="http://schemas.openxmlformats.org/officeDocument/2006/relationships" id="259" r:id="R106c289be8484c1e"/>
    <p:sldId xmlns:r="http://schemas.openxmlformats.org/officeDocument/2006/relationships" id="260" r:id="Rf6791f64a69c4c6d"/>
    <p:sldId xmlns:r="http://schemas.openxmlformats.org/officeDocument/2006/relationships" id="261" r:id="Raad0f9ccd9584e4e"/>
    <p:sldId xmlns:r="http://schemas.openxmlformats.org/officeDocument/2006/relationships" id="262" r:id="Rb2d6dea604f54cb2"/>
    <p:sldId xmlns:r="http://schemas.openxmlformats.org/officeDocument/2006/relationships" id="263" r:id="Ra1ad6e6218754fac"/>
    <p:sldId xmlns:r="http://schemas.openxmlformats.org/officeDocument/2006/relationships" id="264" r:id="Rf72b6299d13f4004"/>
    <p:sldId xmlns:r="http://schemas.openxmlformats.org/officeDocument/2006/relationships" id="265" r:id="R8b09348cd7c646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7d6cdb71a4231" /><Relationship Type="http://schemas.openxmlformats.org/officeDocument/2006/relationships/slideMaster" Target="/ppt/slideMasters/slideMaster1.xml" Id="Rfa99873f651440e1" /><Relationship Type="http://schemas.openxmlformats.org/officeDocument/2006/relationships/notesMaster" Target="/ppt/notesMasters/notesMaster1.xml" Id="R6ebdd5a2dc224fce" /><Relationship Type="http://schemas.openxmlformats.org/officeDocument/2006/relationships/presProps" Target="/ppt/presProps.xml" Id="R0f7726b791ad4833" /><Relationship Type="http://schemas.openxmlformats.org/officeDocument/2006/relationships/tableStyles" Target="/ppt/tableStyles.xml" Id="R689fb510e9ca43a4" /><Relationship Type="http://schemas.openxmlformats.org/officeDocument/2006/relationships/slide" Target="/ppt/slides/slide1.xml" Id="R144d8394f7044703" /><Relationship Type="http://schemas.openxmlformats.org/officeDocument/2006/relationships/slide" Target="/ppt/slides/slide2.xml" Id="Rbf7108182392494e" /><Relationship Type="http://schemas.openxmlformats.org/officeDocument/2006/relationships/slide" Target="/ppt/slides/slide3.xml" Id="Rb9ce89dc6d8d4d2a" /><Relationship Type="http://schemas.openxmlformats.org/officeDocument/2006/relationships/slide" Target="/ppt/slides/slide4.xml" Id="R106c289be8484c1e" /><Relationship Type="http://schemas.openxmlformats.org/officeDocument/2006/relationships/slide" Target="/ppt/slides/slide5.xml" Id="Rf6791f64a69c4c6d" /><Relationship Type="http://schemas.openxmlformats.org/officeDocument/2006/relationships/slide" Target="/ppt/slides/slide6.xml" Id="Raad0f9ccd9584e4e" /><Relationship Type="http://schemas.openxmlformats.org/officeDocument/2006/relationships/slide" Target="/ppt/slides/slide7.xml" Id="Rb2d6dea604f54cb2" /><Relationship Type="http://schemas.openxmlformats.org/officeDocument/2006/relationships/slide" Target="/ppt/slides/slide8.xml" Id="Ra1ad6e6218754fac" /><Relationship Type="http://schemas.openxmlformats.org/officeDocument/2006/relationships/slide" Target="/ppt/slides/slide9.xml" Id="Rf72b6299d13f4004" /><Relationship Type="http://schemas.openxmlformats.org/officeDocument/2006/relationships/slide" Target="/ppt/slides/slide10.xml" Id="R8b09348cd7c6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635eb536e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f027d926f4515" /><Relationship Type="http://schemas.openxmlformats.org/officeDocument/2006/relationships/notesMaster" Target="/ppt/notesMasters/notesMaster1.xml" Id="Re21700bf3bf54b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e631e0847423c" /><Relationship Type="http://schemas.openxmlformats.org/officeDocument/2006/relationships/notesMaster" Target="/ppt/notesMasters/notesMaster1.xml" Id="R25b6ed8b783d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87df070bbc4099" /><Relationship Type="http://schemas.openxmlformats.org/officeDocument/2006/relationships/notesMaster" Target="/ppt/notesMasters/notesMaster1.xml" Id="R5a4b960440c4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c9710836844e01" /><Relationship Type="http://schemas.openxmlformats.org/officeDocument/2006/relationships/notesMaster" Target="/ppt/notesMasters/notesMaster1.xml" Id="R9af787247749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73795d16948da" /><Relationship Type="http://schemas.openxmlformats.org/officeDocument/2006/relationships/notesMaster" Target="/ppt/notesMasters/notesMaster1.xml" Id="Rb19d01d32e364c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0de3e987374e12" /><Relationship Type="http://schemas.openxmlformats.org/officeDocument/2006/relationships/notesMaster" Target="/ppt/notesMasters/notesMaster1.xml" Id="Raef51582dce0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28a237ded6450b" /><Relationship Type="http://schemas.openxmlformats.org/officeDocument/2006/relationships/notesMaster" Target="/ppt/notesMasters/notesMaster1.xml" Id="R347b98b765214e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1c7d47e1546b1" /><Relationship Type="http://schemas.openxmlformats.org/officeDocument/2006/relationships/notesMaster" Target="/ppt/notesMasters/notesMaster1.xml" Id="R3d73f476389b4a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0cfaccd4a479d" /><Relationship Type="http://schemas.openxmlformats.org/officeDocument/2006/relationships/notesMaster" Target="/ppt/notesMasters/notesMaster1.xml" Id="R4ad4be23f5fd4f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86ad1170804dba" /><Relationship Type="http://schemas.openxmlformats.org/officeDocument/2006/relationships/notesMaster" Target="/ppt/notesMasters/notesMaster1.xml" Id="Rb8c947706a2a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a31ffb98b42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81b8331254f50" /><Relationship Type="http://schemas.openxmlformats.org/officeDocument/2006/relationships/slideLayout" Target="/ppt/slideLayouts/slideLayout1.xml" Id="R735488fffaa448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488fffaa448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5e1e11ae24bf9" /><Relationship Type="http://schemas.openxmlformats.org/officeDocument/2006/relationships/notesSlide" Target="/ppt/notesSlides/notesSlide1.xml" Id="Rfed85c90a8684a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32da3365349b6" /><Relationship Type="http://schemas.openxmlformats.org/officeDocument/2006/relationships/notesSlide" Target="/ppt/notesSlides/notesSlide2.xml" Id="Racbb4923bb97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36ed195f74757" /><Relationship Type="http://schemas.openxmlformats.org/officeDocument/2006/relationships/notesSlide" Target="/ppt/notesSlides/notesSlide3.xml" Id="Ra60bae0eeca8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78c51833d46f2" /><Relationship Type="http://schemas.openxmlformats.org/officeDocument/2006/relationships/image" Target="/ppt/media/image.png" Id="Re6af4415ab0947b0" /><Relationship Type="http://schemas.openxmlformats.org/officeDocument/2006/relationships/notesSlide" Target="/ppt/notesSlides/notesSlide4.xml" Id="R586f13a0517040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63727c4ee43fa" /><Relationship Type="http://schemas.openxmlformats.org/officeDocument/2006/relationships/notesSlide" Target="/ppt/notesSlides/notesSlide5.xml" Id="Rda3bbb53f90649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977a09b6b48d3" /><Relationship Type="http://schemas.openxmlformats.org/officeDocument/2006/relationships/image" Target="/ppt/media/image2.png" Id="Rc441ccc1490a4052" /><Relationship Type="http://schemas.openxmlformats.org/officeDocument/2006/relationships/image" Target="/ppt/media/image3.png" Id="R200ecba4e283496d" /><Relationship Type="http://schemas.openxmlformats.org/officeDocument/2006/relationships/image" Target="/ppt/media/image4.png" Id="R8c94f7b9c3bd486d" /><Relationship Type="http://schemas.openxmlformats.org/officeDocument/2006/relationships/notesSlide" Target="/ppt/notesSlides/notesSlide6.xml" Id="R95a8908072044a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c3f05bc9344b8" /><Relationship Type="http://schemas.openxmlformats.org/officeDocument/2006/relationships/image" Target="/ppt/media/image5.png" Id="Raa8129250b2c4e41" /><Relationship Type="http://schemas.openxmlformats.org/officeDocument/2006/relationships/image" Target="/ppt/media/image6.png" Id="R128e14f68a7a4613" /><Relationship Type="http://schemas.openxmlformats.org/officeDocument/2006/relationships/notesSlide" Target="/ppt/notesSlides/notesSlide7.xml" Id="R0cc4432dbb4943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88960f37f41c8" /><Relationship Type="http://schemas.openxmlformats.org/officeDocument/2006/relationships/notesSlide" Target="/ppt/notesSlides/notesSlide8.xml" Id="Rc84d204981234c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aee00a0184dd0" /><Relationship Type="http://schemas.openxmlformats.org/officeDocument/2006/relationships/notesSlide" Target="/ppt/notesSlides/notesSlide9.xml" Id="Raa6baef48e50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603b1261d45ba" /><Relationship Type="http://schemas.openxmlformats.org/officeDocument/2006/relationships/notesSlide" Target="/ppt/notesSlides/notesSlide10.xml" Id="R9b62cd73e0e842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78B90-6DE0-4B2F-8D7B-77E54A9C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/ W5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F5604-FA81-4D0E-98B3-85863453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096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candidate
ready for W6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4B160-B03B-4863-AD41-2B9E442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Acceptance, security, evidence and release decision · 21 July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F630B-9B36-4D0A-BAD5-3EFD20B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6750"/>
            <a:ext cx="1714500" cy="4857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F05A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B8B6-A5F9-47BA-835E-3A2D76E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4478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13CE9-7431-40D5-962A-0A4F434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57625"/>
            <a:ext cx="1485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internal readiness</a:t>
            </a:r>
          </a:p>
        </p:txBody>
      </p:sp>
    </p:spTree>
    <p:extLst>
      <p:ext uri="{BB962C8B-B14F-4D97-AF65-F5344CB8AC3E}">
        <p14:creationId xmlns:p14="http://schemas.microsoft.com/office/powerpoint/2010/main" val="18455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A79431B8-7770-4AA3-AE68-B4F1E6F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The candidate clears every technical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485A9-9A65-4239-A7C5-F452F26E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A541A-C998-4D82-B12F-CA33A25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C9AA1-4F5C-40B4-B3F1-F3856F17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D021D-A735-4ECB-8B81-59F26AB9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 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2BB54-421D-4041-9EC4-7F59CEB9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334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Proceed to W6 development. Keep the release tag on hold until all four owners sign the same frozen candidate.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9C9C1-4B44-4201-B120-30DD136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54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DA17F-4154-472D-84DC-FE15898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257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179/179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73E8C-5970-4FF1-99F2-6A1A275F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B9DF5-4BED-4170-82B8-94629A3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57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20/20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5204-4728-4D54-A545-D09BF23D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43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frontend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FF214-D0CF-40B1-B566-BA5BD890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57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ED770-4BE5-41BC-95E5-90CE151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database migrations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5F06-A90E-4C94-8C31-A514385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257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64869-9723-46A1-9070-DB09C4BA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257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dependency vulnerabilities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9C7BC-9430-4CDC-892D-757B46CA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1467B-EF76-4C9B-9241-B0D0F88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076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P0 = 0 · P1 = 0 · Known limitations retained · No tag before sign-off</a:t>
            </a:r>
          </a:p>
        </p:txBody>
      </p:sp>
    </p:spTree>
    <p:extLst>
      <p:ext uri="{BB962C8B-B14F-4D97-AF65-F5344CB8AC3E}">
        <p14:creationId xmlns:p14="http://schemas.microsoft.com/office/powerpoint/2010/main" val="160336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AFDDDAA4-F2C8-4DC8-BDAF-081631A1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All 20 W5 tasks now have a verifiable disposition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D3972-9CE9-41DA-AF82-AB782EE3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220A5-30A2-4080-ADC4-559ECEDE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A1BED-D618-45BF-B4FA-6056303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64448-95A4-4F67-A518-BBD7607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333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4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A1EE2-D3A2-4F4C-9D31-EF4F543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7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with code, test evidence, documentation, or an explicit non-release limitation. No silent waiver remains.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78469-C9DE-4692-A677-30B87F3F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D6457-C8E5-48F7-AA34-13840C3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E9A27-C86B-4970-B1C5-E33B5618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431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70D9D-5AC0-4702-9C3B-FA69F3A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Scope + rubric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E7C70-E23F-410B-A1DA-D159823A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90A0C-82AF-4DAD-8777-45A9177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23C75-44EE-447E-B6FF-0198FB78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+ 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9B790-262A-4227-A31D-213330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B937B-5146-43AE-A65B-525BE3A1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BAB2F-61B4-4D93-8961-992B5552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Core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56A0B-1701-4581-98FF-E075F6B5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D5638-C3AE-4093-9F6A-CE0B4CD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431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2A428-EB9F-4230-8BB2-A7B7B975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03600-16AF-453A-B48F-A41B4B8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57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43AAE-BD2C-4928-BB41-51055A9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46FDE-C422-4692-A02A-75CE2CD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0"/>
            <a:ext cx="1333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F2CC1-9483-4E16-BBC1-D99CA7E6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619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1D4EF-2B84-4E4B-8742-E653C3A9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Closed scope gaps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DC887-8E95-4643-BB30-0C6F0E2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33900"/>
            <a:ext cx="552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two-step redeem · branch CRUD · CMS · filters · review eligibility · auth recovery · audit context</a:t>
            </a:r>
          </a:p>
        </p:txBody>
      </p:sp>
    </p:spTree>
    <p:extLst>
      <p:ext uri="{BB962C8B-B14F-4D97-AF65-F5344CB8AC3E}">
        <p14:creationId xmlns:p14="http://schemas.microsoft.com/office/powerpoint/2010/main" val="1523478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6048B5BC-3C65-4286-ADEF-A7CFAF43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Core transactions now preserve the business invariants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91CFA-0862-4A6E-B913-306FB2F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A4EC1-D30D-4FAA-9272-BEF806E4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789AC-3180-4A9C-A4A4-A5222B3F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5604C-BE27-496D-BA0A-A9DBE792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AABA5-1D01-48A9-89BF-9046E476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430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DE648-E12F-4C6C-BDDC-BC1FBB0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38576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Row locks, stock validation, idempotency key, payment and codes commit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63082-A2BE-49C7-9FA0-9CDDA33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AD65E-DABE-4DF8-936D-2F3BAA9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Redeem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8E64-413A-46C0-BC41-8705B40F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38576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Check is non-mutating; confirm re-locks the code and enforces partner + branch scope.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32478-B4E7-499A-9C08-B817AAF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BC882-A5F1-4253-B8BA-91466363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813A5-47E2-4AD5-97FC-99D1FDA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3857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Eligibility is decided server-side from ownership and purchase/use state.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f4415ab0947b0"/>
          <a:stretch xmlns:a="http://schemas.openxmlformats.org/drawingml/2006/main"/>
        </p:blipFill>
        <p:spPr>
          <a:xfrm xmlns:a="http://schemas.openxmlformats.org/drawingml/2006/main">
            <a:off x="6067440" y="1428750"/>
            <a:ext cx="512442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891223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71BD30ED-635C-4AAC-8306-1CC8A35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controls are enforced at API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E4BDD-487A-42ED-8338-7491EC1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1D20F-77F4-41D7-AA21-4E67FD1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F3CAA-9CED-46BD-BFE9-9CD9204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401A6-D7B1-4C5D-A162-C25B49D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A7A4-A612-4326-93C0-7A67AB5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28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Rotating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B58DF-74CA-4AA5-94DB-6D95CB53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66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Refresh-token rotation, replay rejection, logout revocation and automatic client refresh.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6FC88-D858-47C5-BE72-1C79A01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D0669-AB1F-480C-9B3A-0D57BB2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E0D52-3718-447D-9447-9681280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Abuse 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2017F-B237-40ED-B256-A76922A7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666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Stable 429 responses on authentication, checkout and redeem paths, with tests.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A3625-D4C5-4CBE-B77D-F11337CA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88361-2713-4770-92A8-FF3EC192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F10DB-F0C4-4FDE-BEE5-DE9EE25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D5440-0E76-4AE5-BB58-3344EC31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Role checks plus partner ownership, branch scope, customer ownership and suspension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DE0D0-47E3-4ADF-A2DD-01FB5E8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97A98-1902-4A6F-AAE3-D4C55E3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5D7BC-1083-4BDE-A0B0-5510434B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Forensics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1A8CD-1BB0-46DB-9CCC-C7C68D2D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66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Audit records include old/new values, actor, IP, user agent, request context and date filters.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C1D14-5A56-4051-8E4C-85F1FC1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959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</p:spTree>
    <p:extLst>
      <p:ext uri="{BB962C8B-B14F-4D97-AF65-F5344CB8AC3E}">
        <p14:creationId xmlns:p14="http://schemas.microsoft.com/office/powerpoint/2010/main" val="1485402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1C0B3740-6368-4F77-8608-6FB87EF5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Negative cases are visible, stable and recoverable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90105-8959-4EC5-BA72-194D21C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57AF6-419E-431D-811F-69FF7D0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81230-D54A-467E-B27E-8DDE921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2364D-9454-48DD-8F0E-C1479906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Out of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C5A71-4450-4C14-9FBB-78C7103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Quantity cap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0AFA0-8999-4805-9718-A25DA9D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Unauthenticated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70BE7-A11C-41E6-B733-0FC3C72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89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Captured against seeded data on the same candidate—not mock artwork.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1ccc1490a4052"/>
          <a:stretch xmlns:a="http://schemas.openxmlformats.org/drawingml/2006/main"/>
        </p:blipFill>
        <p:spPr>
          <a:xfrm xmlns:a="http://schemas.openxmlformats.org/drawingml/2006/main">
            <a:off x="457200" y="2558157"/>
            <a:ext cx="3333750" cy="2465586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ecba4e283496d"/>
          <a:stretch xmlns:a="http://schemas.openxmlformats.org/drawingml/2006/main"/>
        </p:blipFill>
        <p:spPr>
          <a:xfrm xmlns:a="http://schemas.openxmlformats.org/drawingml/2006/main">
            <a:off x="4248150" y="2558157"/>
            <a:ext cx="3333750" cy="2465586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4f7b9c3bd486d"/>
          <a:stretch xmlns:a="http://schemas.openxmlformats.org/drawingml/2006/main"/>
        </p:blipFill>
        <p:spPr>
          <a:xfrm xmlns:a="http://schemas.openxmlformats.org/drawingml/2006/main">
            <a:off x="8039100" y="2633398"/>
            <a:ext cx="3333750" cy="2315104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</p:spTree>
    <p:extLst>
      <p:ext uri="{BB962C8B-B14F-4D97-AF65-F5344CB8AC3E}">
        <p14:creationId xmlns:p14="http://schemas.microsoft.com/office/powerpoint/2010/main" val="1703592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3D21FE16-359B-411D-890B-AE4B816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Partner and Admin close the remaining W5 scope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0B07C-833F-427A-BED4-1955391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DA9BE-A89A-45F9-9C1D-7FD4C59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1FAE-1506-4315-BDEB-8555B05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F779B-E1A2-460B-A1A6-E70CA15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F58D9-D1EB-4AC2-8F32-C956184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3333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• branch create/update/activate
• voucher draft + submission
• check → confirm redeem
• branch-scoped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098DC-E685-43E6-820D-11C08CA8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10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9895B-4C3B-4307-9888-B3E80355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40957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• role assignment + user lock
• partner suspend/reactivate
• order cancel/refund
• CMS + searchable audit trail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129250b2c4e41"/>
          <a:stretch xmlns:a="http://schemas.openxmlformats.org/drawingml/2006/main"/>
        </p:blipFill>
        <p:spPr>
          <a:xfrm xmlns:a="http://schemas.openxmlformats.org/drawingml/2006/main">
            <a:off x="6848856" y="1447800"/>
            <a:ext cx="2990088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e14f68a7a4613"/>
          <a:stretch xmlns:a="http://schemas.openxmlformats.org/drawingml/2006/main"/>
        </p:blipFill>
        <p:spPr>
          <a:xfrm xmlns:a="http://schemas.openxmlformats.org/drawingml/2006/main">
            <a:off x="6848856" y="3810000"/>
            <a:ext cx="2990088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</p:spTree>
    <p:extLst>
      <p:ext uri="{BB962C8B-B14F-4D97-AF65-F5344CB8AC3E}">
        <p14:creationId xmlns:p14="http://schemas.microsoft.com/office/powerpoint/2010/main" val="948109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AD00EAF9-4EB0-4A56-9F61-1E14EDC2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The acceptance evidence is repeatable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9C537-6B0D-4870-813B-D228B23E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C7EEF-38B8-47CE-8CD7-038FDC3E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98520-78C4-400D-B1E7-B413C1BC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5EB2-BE41-4802-8219-2F33DC8C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950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7004-916D-400B-B236-A5B92816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BA128-3DAA-453D-84B9-C66235C6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Migrate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1D058-E328-4D56-A80C-7E1EC18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9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10/10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3600E-C256-4C65-821D-EA3B6E57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85D04-77A4-41DE-AF55-384EFD5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Seed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335DB-4B95-4A0B-B802-13117EC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9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6D62C-D2C3-422A-A96B-29A0B36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9110A-05C0-493E-817B-D3A921F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4415D-C1EE-4F15-BA78-4D4E413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9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199/199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61A69-25FF-44F2-B097-A75A3E1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BBACF-DFE2-4F5E-8D82-8434C62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6284D-C68A-4FF6-92DF-E2DAE129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433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9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36E71-78AB-4C12-8D52-15972A81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8FDA2-4363-4BE6-A7C4-33AA2126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68D81-99FC-4584-B8AA-4B1861D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4330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9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3C96F-5F97-480F-A06D-7DACE27D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FAC41-092C-4DA0-B73C-BC0D731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868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canonical-backend-20260721.log  ·  canonical-frontend-20260721.log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A9F37-AF73-4061-A72D-9AF376DB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>
                <a:solidFill>
                  <a:srgbClr val="E9E4DB"/>
                </a:solidFill>
                <a:latin typeface="Helvetica Neue"/>
                <a:ea typeface="Helvetica Neue"/>
                <a:cs typeface="Helvetica Neue"/>
              </a:defRPr>
            </a:pPr>
            <a:r>
              <a:t>Frozen against base SHA 523390ae… plus this patch manifest</a:t>
            </a:r>
          </a:p>
        </p:txBody>
      </p:sp>
    </p:spTree>
    <p:extLst>
      <p:ext uri="{BB962C8B-B14F-4D97-AF65-F5344CB8AC3E}">
        <p14:creationId xmlns:p14="http://schemas.microsoft.com/office/powerpoint/2010/main" val="799006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034E4B99-507A-4CF5-895C-897FCC9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The 10.0 score is a transparent internal readiness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43411-5CEA-4A5C-89E0-06962399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943CC-F7B4-45AE-B285-1B1186B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1357F-0E38-4B68-92F4-7A699AC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8EE24-B91F-4696-8785-1256EDC1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scope &amp; 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2C065-17DB-43D1-967C-7E370003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Checkout, redeem, review, three portals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3150C-FEB5-40A5-8517-2FFB397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097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2.0 / 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4C3C-FD7C-4465-B23C-E98E3766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30C78-84F0-47EA-96A0-7F21EA9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&amp; 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2970E-AEDD-423C-B52A-2392F98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RBAC, ownership, locks, replay, rate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B2E78-515E-48CF-8588-0298AECA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2.0 / 2.0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F4604-B12F-4F5C-A97E-31F918F4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BBBE8-C70C-4FBA-B66C-825A84E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Quality &amp;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AEAD1-1970-4BF3-9922-0D3B51E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199 tests, build, migrations,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0AF54-A9F5-42DA-8A32-8164BD7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2.0 / 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FA334-B99B-4B0F-9976-9C96544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3986B-112C-4C43-8EF9-72688393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Documentation &amp; traceability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A215E-D5BE-43A3-8A9D-10DDE0C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BRD → API → code →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6029E-A114-48AD-A99E-DA4C48D4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2.0 / 2.0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E7DE5-D778-4139-8DDB-81DEB005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DF5C5-58B6-43E0-A490-BAAD7C1A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E678F-615F-4FDC-A644-D4742657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P0/P1 zero, limitations and no-tag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40CFD-4343-4AE9-9840-FC437A07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101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8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t>2.0 / 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5BBEA-82BA-43D9-B588-14A44F6D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36D66-14DE-4268-AF72-08820E1B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2850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10.0 / 10.0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9DDD8-F042-4922-B2B5-E0C66CE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Official course grading remains the assessor’s decision.</a:t>
            </a:r>
          </a:p>
        </p:txBody>
      </p:sp>
    </p:spTree>
    <p:extLst>
      <p:ext uri="{BB962C8B-B14F-4D97-AF65-F5344CB8AC3E}">
        <p14:creationId xmlns:p14="http://schemas.microsoft.com/office/powerpoint/2010/main" val="1954483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15650CA-4819-4F1B-89FC-DB879B12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t>Proceed to W6; release only after owner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A4AFF-4025-4566-8586-A553B0E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273B6-FA35-43DF-A01E-15BE454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ViVouch · W5 Acceptance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A9ECB-7CC4-4B6F-916D-1524B43D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40BCB-81C4-40D9-B97C-7743E189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37A57"/>
          </a:solidFill>
          <a:ln xmlns:a="http://schemas.openxmlformats.org/drawingml/2006/main" w="0">
            <a:solidFill>
              <a:srgbClr val="237A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371EB-DEDB-437F-AE75-448D3122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31837-E5D0-46FE-BD6F-217D7D13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286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Candidate may advance to W6 engineering and demo preparation.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96957-BD8B-4AA6-9F46-D1129F3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28750"/>
            <a:ext cx="5600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1A72B-A1AF-4640-B92A-BD515F1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4953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TAG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D0932-61AA-481F-98C3-FB17BB3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Duy · Huy · Vinh · Tùng must each sign the same frozen candidate.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26CE9-B64D-4866-861F-62E230E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W6 · 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1AFFC-58F3-4219-B5D4-214656F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828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email provider · shared rate-limit store · browser E2E in 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07280-A14A-4D3E-B329-CAF3949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4B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6F7D9-89AC-4862-86DC-DE0B7A08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75" b="1">
                <a:solidFill>
                  <a:srgbClr val="F05A28"/>
                </a:solidFill>
                <a:latin typeface="Helvetica Neue"/>
                <a:ea typeface="Helvetica Neue"/>
                <a:cs typeface="Helvetica Neue"/>
              </a:defRPr>
            </a:pPr>
            <a:r>
              <a:t>W7 · P3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2DF03-A904-400A-B1F7-EB3905EB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28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75" b="0">
                <a:solidFill>
                  <a:srgbClr val="6B6862"/>
                </a:solidFill>
                <a:latin typeface="Helvetica Neue"/>
                <a:ea typeface="Helvetica Neue"/>
                <a:cs typeface="Helvetica Neue"/>
              </a:defRPr>
            </a:pPr>
            <a:r>
              <a:t>payment gateway · object storage · observability and operational dashboards</a:t>
            </a:r>
          </a:p>
        </p:txBody>
      </p:sp>
    </p:spTree>
    <p:extLst>
      <p:ext uri="{BB962C8B-B14F-4D97-AF65-F5344CB8AC3E}">
        <p14:creationId xmlns:p14="http://schemas.microsoft.com/office/powerpoint/2010/main" val="1024747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2026-07-20T16:57:57.0950000Z</dcterms:created>
  <dcterms:modified xsi:type="dcterms:W3CDTF">2026-07-20T16:57:57.0950000Z</dcterms:modified>
</coreProperties>
</file>